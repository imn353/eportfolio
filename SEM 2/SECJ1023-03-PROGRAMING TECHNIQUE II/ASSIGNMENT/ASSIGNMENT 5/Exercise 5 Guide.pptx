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62" r:id="rId6"/>
    <p:sldId id="257" r:id="rId7"/>
    <p:sldId id="258" r:id="rId8"/>
    <p:sldId id="259" r:id="rId9"/>
    <p:sldId id="260" r:id="rId10"/>
    <p:sldId id="261" r:id="rId11"/>
    <p:sldId id="263" r:id="rId12"/>
    <p:sldId id="264" r:id="rId13"/>
    <p:sldId id="26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AD1229C-F7F1-4ADF-A2AF-DD98585E0ABB}" v="3" dt="2022-06-11T11:16:06.7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EE16F-1CAE-077D-A40E-857A968A8A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53E7F4-30E4-18E4-3EA3-FAFFC8929E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8C49F3-221E-CF12-02D1-C69BCAFE0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E95B0-14F5-403A-8ACA-D5F24EBECD9F}" type="datetimeFigureOut">
              <a:rPr lang="en-GB" smtClean="0"/>
              <a:t>11/06/2022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0CAD97-E988-7766-CF77-F43D485F0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8F12AE-78B3-30DF-5BC3-D8302DDB4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2A352-A194-4E05-82CB-72F3D99B3A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83431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AD1D4-BBF9-BB2C-B316-BE1D41472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65353D-1E9D-FB66-4137-75592E40A9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60ABC8-A9BA-0421-2355-9BAD586F0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E95B0-14F5-403A-8ACA-D5F24EBECD9F}" type="datetimeFigureOut">
              <a:rPr lang="en-GB" smtClean="0"/>
              <a:t>11/06/2022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32BF7D-179A-3861-A940-592AD487D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CAC6C3-BC09-E13D-2ED6-7C0F19A47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2A352-A194-4E05-82CB-72F3D99B3A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39510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EEE19-9A6B-08AF-C395-55E9B7B7B8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5DCAD6-8382-90ED-16AB-E4DFBE0023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2AD7FC-3C0E-B2FD-2393-0ED2AF4BF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E95B0-14F5-403A-8ACA-D5F24EBECD9F}" type="datetimeFigureOut">
              <a:rPr lang="en-GB" smtClean="0"/>
              <a:t>11/06/2022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FF1E4A-07EF-74C8-C985-30C242947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576AE0-DC76-52EA-3E24-1444D21EF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2A352-A194-4E05-82CB-72F3D99B3A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7118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D118F-E146-C665-CF6C-2440A81C3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BEC91D-D9DE-465C-4898-2945FA4C2B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5AABD9-3179-6CF8-D95A-F7C28F077A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B13AEA-D5D8-9947-D5B0-D6A7B445C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E95B0-14F5-403A-8ACA-D5F24EBECD9F}" type="datetimeFigureOut">
              <a:rPr lang="en-GB" smtClean="0"/>
              <a:t>11/06/2022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0DF624-BAC2-A4AC-4602-4D7471A5F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CDB2BD-A7FE-0013-45D0-A0CCE7E77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2A352-A194-4E05-82CB-72F3D99B3A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95715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99003-01EB-20A5-8B81-FF8A2B5E5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8D9104-9886-523F-70C0-28F6F37457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11C496-6152-0A4A-8D89-634E1AFE09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319915-18EC-C270-8F54-194DBDDA7F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64EA4D-58FA-01F8-79F9-F27D6030ED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100046-EA8D-CBAC-0EFF-B039902ED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E95B0-14F5-403A-8ACA-D5F24EBECD9F}" type="datetimeFigureOut">
              <a:rPr lang="en-GB" smtClean="0"/>
              <a:t>11/06/2022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6D8888-7DB5-F6A0-CA47-6E068D3DE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C43FD3-3E91-0508-AC9F-7107B42D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2A352-A194-4E05-82CB-72F3D99B3A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6638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F6CE0-9B3F-A406-8914-88B17E8AE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243699-2F27-29F7-DA92-D4ADD87F5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E95B0-14F5-403A-8ACA-D5F24EBECD9F}" type="datetimeFigureOut">
              <a:rPr lang="en-GB" smtClean="0"/>
              <a:t>11/06/2022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D43CEF-6410-7B7A-1368-1646147A5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E6B87D-3619-3FAC-4355-C3D6EBA77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2A352-A194-4E05-82CB-72F3D99B3A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430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D25D06-039E-635D-BFF6-AB8773C15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E95B0-14F5-403A-8ACA-D5F24EBECD9F}" type="datetimeFigureOut">
              <a:rPr lang="en-GB" smtClean="0"/>
              <a:t>11/06/2022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B69443-F803-1507-B645-A6C75A7C6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825999-B564-68DB-51C3-98974F062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2A352-A194-4E05-82CB-72F3D99B3A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41469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0014B-A926-73FA-58AD-6CB7A3AC7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62A9E5-E0B2-CD8D-BDBF-9A78923492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E4AE24-67B1-EE77-F7BB-1AE3E10881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0B64E7-1343-910B-5802-E25012360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E95B0-14F5-403A-8ACA-D5F24EBECD9F}" type="datetimeFigureOut">
              <a:rPr lang="en-GB" smtClean="0"/>
              <a:t>11/06/2022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F70883-3CF4-61EF-9571-BD01D0E00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EF847E-CC32-D41E-8E8E-B938A628F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2A352-A194-4E05-82CB-72F3D99B3A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27433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BAA1F-C9BC-096B-E64A-F73600B72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4563650-F33F-779B-4852-30DAEC8CB2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A608C-A187-5532-F8E7-397271FD20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B6F68A-A97A-39C6-F22F-C63AB7215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E95B0-14F5-403A-8ACA-D5F24EBECD9F}" type="datetimeFigureOut">
              <a:rPr lang="en-GB" smtClean="0"/>
              <a:t>11/06/2022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B33E64-3991-8280-00F8-C919C01FF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FEA6C3-5582-5446-EAFC-67707B538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2A352-A194-4E05-82CB-72F3D99B3A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9077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82310-0096-6AEE-F362-C6B0817DC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08922A-8500-8B1C-0B17-C1C84A2EED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2C2FD7-D60C-32BB-E688-451B76FC1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E95B0-14F5-403A-8ACA-D5F24EBECD9F}" type="datetimeFigureOut">
              <a:rPr lang="en-GB" smtClean="0"/>
              <a:t>11/06/2022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1BF928-6717-9D95-7681-55E25B653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C9C434-DAD2-375C-F2C4-D87C7704C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2A352-A194-4E05-82CB-72F3D99B3A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9503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8A3153F-A85B-53BD-3BFB-181BE00864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3117C9-44E1-211A-FBFA-DE941DFC98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6157D1-D573-E027-BCB2-96246E089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E95B0-14F5-403A-8ACA-D5F24EBECD9F}" type="datetimeFigureOut">
              <a:rPr lang="en-GB" smtClean="0"/>
              <a:t>11/06/2022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CE83FA-1B47-F99C-C3E3-CBB58EADF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959449-2426-BA80-AAB0-0EB648904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2A352-A194-4E05-82CB-72F3D99B3A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01907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834691-9F12-88DA-E17E-3B3892AFF0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063434-60F5-064A-2759-73133EEEFC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DC9767-8C76-5F42-23B6-85BA5694F7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BE95B0-14F5-403A-8ACA-D5F24EBECD9F}" type="datetimeFigureOut">
              <a:rPr lang="en-GB" smtClean="0"/>
              <a:t>11/06/2022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CE4B64-9A61-A128-DA4E-2A626837B0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AD29E4-3E66-4DA9-B7D3-880D96EE4C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42A352-A194-4E05-82CB-72F3D99B3A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5942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A105D-ADC9-5A46-73C6-4B204856FD8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Exercise 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0C34BF-9576-C6E5-4B68-A9C2CF488E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Video Guide</a:t>
            </a:r>
          </a:p>
        </p:txBody>
      </p:sp>
    </p:spTree>
    <p:extLst>
      <p:ext uri="{BB962C8B-B14F-4D97-AF65-F5344CB8AC3E}">
        <p14:creationId xmlns:p14="http://schemas.microsoft.com/office/powerpoint/2010/main" val="9163172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81E80-F3B8-1E56-7A73-E44EF4A94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D283FF-DAE4-1F14-C87C-50552DD48C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Problem Analysis</a:t>
            </a:r>
          </a:p>
          <a:p>
            <a:r>
              <a:rPr lang="en-GB" dirty="0"/>
              <a:t>How polymorphism works?</a:t>
            </a:r>
          </a:p>
          <a:p>
            <a:r>
              <a:rPr lang="en-GB" dirty="0"/>
              <a:t>Issues that polymorphism try to solve</a:t>
            </a:r>
          </a:p>
          <a:p>
            <a:r>
              <a:rPr lang="en-GB" dirty="0"/>
              <a:t>Coding</a:t>
            </a:r>
          </a:p>
          <a:p>
            <a:pPr lvl="1"/>
            <a:r>
              <a:rPr lang="en-GB" dirty="0"/>
              <a:t>Setup Inheritance and polymorphism</a:t>
            </a:r>
          </a:p>
          <a:p>
            <a:pPr lvl="1"/>
            <a:r>
              <a:rPr lang="en-GB" dirty="0"/>
              <a:t>Show a list of shapes</a:t>
            </a:r>
          </a:p>
          <a:p>
            <a:pPr lvl="1"/>
            <a:r>
              <a:rPr lang="en-GB" dirty="0"/>
              <a:t>Select a shape with a mouse click</a:t>
            </a:r>
          </a:p>
          <a:p>
            <a:pPr lvl="1"/>
            <a:r>
              <a:rPr lang="en-GB" dirty="0"/>
              <a:t>Move the selected shape</a:t>
            </a:r>
          </a:p>
        </p:txBody>
      </p:sp>
    </p:spTree>
    <p:extLst>
      <p:ext uri="{BB962C8B-B14F-4D97-AF65-F5344CB8AC3E}">
        <p14:creationId xmlns:p14="http://schemas.microsoft.com/office/powerpoint/2010/main" val="39348890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2B6E0-A3E3-F409-24D0-29DB32B66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Problem Analysis – Identify Objects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FE87580-949D-1E74-7258-40D95D038E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310" y="1776069"/>
            <a:ext cx="9888330" cy="4925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7977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2B6E0-A3E3-F409-24D0-29DB32B66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Problem Analysis – Classify objects to Classes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76E460-4DDC-43F1-91B7-269D30E702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468" y="2552522"/>
            <a:ext cx="2610214" cy="2553056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4D5320AD-2BA4-8BC5-9565-73964F221840}"/>
              </a:ext>
            </a:extLst>
          </p:cNvPr>
          <p:cNvSpPr txBox="1">
            <a:spLocks/>
          </p:cNvSpPr>
          <p:nvPr/>
        </p:nvSpPr>
        <p:spPr>
          <a:xfrm>
            <a:off x="1009468" y="2115299"/>
            <a:ext cx="1819457" cy="5071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Circle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CF76BBC6-38D9-A2D4-727E-7E86E01032E7}"/>
              </a:ext>
            </a:extLst>
          </p:cNvPr>
          <p:cNvSpPr txBox="1">
            <a:spLocks/>
          </p:cNvSpPr>
          <p:nvPr/>
        </p:nvSpPr>
        <p:spPr>
          <a:xfrm>
            <a:off x="5693612" y="2185208"/>
            <a:ext cx="1819457" cy="5071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 err="1"/>
              <a:t>Rect</a:t>
            </a:r>
            <a:endParaRPr lang="en-GB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3B67C43-FBD8-994B-2EB4-141217983D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7712" y="2743076"/>
            <a:ext cx="2610213" cy="2467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1128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2B6E0-A3E3-F409-24D0-29DB32B66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Design the classes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BB71200-C476-BC79-1504-EFBD255714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0404" y="1911659"/>
            <a:ext cx="2591162" cy="372479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CD0EB70-47D7-9F00-63DB-4FA0CE58B1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1654" y="1690688"/>
            <a:ext cx="2771945" cy="3789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17749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2B6E0-A3E3-F409-24D0-29DB32B66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Apply Inheritance   (i.e., Generalizing classes)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35DA18F-3310-0B1A-70AC-C3139DB2BB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2809" y="1494677"/>
            <a:ext cx="5782482" cy="5363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35408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2B6E0-A3E3-F409-24D0-29DB32B66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5" y="66206"/>
            <a:ext cx="10515600" cy="1325563"/>
          </a:xfrm>
        </p:spPr>
        <p:txBody>
          <a:bodyPr>
            <a:normAutofit/>
          </a:bodyPr>
          <a:lstStyle/>
          <a:p>
            <a:r>
              <a:rPr lang="en-GB" sz="3200" dirty="0"/>
              <a:t>Apply Polymorphism</a:t>
            </a:r>
            <a:br>
              <a:rPr lang="en-GB" sz="3200" dirty="0"/>
            </a:br>
            <a:r>
              <a:rPr lang="en-GB" sz="2000" dirty="0"/>
              <a:t>Circle and </a:t>
            </a:r>
            <a:r>
              <a:rPr lang="en-GB" sz="2000" dirty="0" err="1"/>
              <a:t>Rect</a:t>
            </a:r>
            <a:r>
              <a:rPr lang="en-GB" sz="2000" dirty="0"/>
              <a:t> objects perform the </a:t>
            </a:r>
            <a:r>
              <a:rPr lang="en-GB" sz="2000" b="1" dirty="0"/>
              <a:t>same action </a:t>
            </a:r>
            <a:r>
              <a:rPr lang="en-GB" sz="2000" dirty="0"/>
              <a:t>(e.g., </a:t>
            </a:r>
            <a:r>
              <a:rPr lang="en-GB" sz="2000" b="1" i="1" dirty="0"/>
              <a:t>draw() </a:t>
            </a:r>
            <a:r>
              <a:rPr lang="en-GB" sz="2000" dirty="0"/>
              <a:t>), however the way they </a:t>
            </a:r>
            <a:r>
              <a:rPr lang="en-GB" sz="2000" b="1" dirty="0"/>
              <a:t>behave</a:t>
            </a:r>
            <a:r>
              <a:rPr lang="en-GB" sz="2000" dirty="0"/>
              <a:t> (or do the action) are </a:t>
            </a:r>
            <a:r>
              <a:rPr lang="en-GB" sz="2000" b="1" dirty="0"/>
              <a:t>different</a:t>
            </a:r>
            <a:r>
              <a:rPr lang="en-GB" sz="2000" dirty="0"/>
              <a:t>.</a:t>
            </a:r>
            <a:endParaRPr lang="en-GB"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9D5286-5D1C-E71E-7E3F-F9B46A5CC2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9309" y="1117817"/>
            <a:ext cx="5015116" cy="5785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06588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84490-9124-B6A7-95C2-13E746FF9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polymorphism works?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03F12-7FA9-812D-8356-B9CD1CFEE3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848975" cy="4889500"/>
          </a:xfrm>
        </p:spPr>
        <p:txBody>
          <a:bodyPr>
            <a:normAutofit fontScale="85000" lnSpcReduction="20000"/>
          </a:bodyPr>
          <a:lstStyle/>
          <a:p>
            <a:r>
              <a:rPr lang="en-GB" dirty="0"/>
              <a:t>Polymorphism allows “performing the </a:t>
            </a:r>
            <a:r>
              <a:rPr lang="en-GB" dirty="0">
                <a:solidFill>
                  <a:srgbClr val="FF0000"/>
                </a:solidFill>
              </a:rPr>
              <a:t>same action</a:t>
            </a:r>
            <a:r>
              <a:rPr lang="en-GB" dirty="0"/>
              <a:t> but may </a:t>
            </a:r>
            <a:r>
              <a:rPr lang="en-GB" dirty="0">
                <a:solidFill>
                  <a:srgbClr val="FF0000"/>
                </a:solidFill>
              </a:rPr>
              <a:t>behave differently</a:t>
            </a:r>
            <a:r>
              <a:rPr lang="en-GB" dirty="0"/>
              <a:t>”</a:t>
            </a:r>
          </a:p>
          <a:p>
            <a:endParaRPr lang="en-GB" dirty="0"/>
          </a:p>
          <a:p>
            <a:r>
              <a:rPr lang="en-GB" dirty="0"/>
              <a:t>e.g. code: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dirty="0"/>
              <a:t>    </a:t>
            </a:r>
          </a:p>
          <a:p>
            <a:pPr marL="0" indent="0">
              <a:buNone/>
            </a:pPr>
            <a:endParaRPr lang="en-GB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GB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shape-&gt;draw()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The </a:t>
            </a:r>
            <a:r>
              <a:rPr lang="en-GB" dirty="0">
                <a:solidFill>
                  <a:srgbClr val="FF0000"/>
                </a:solidFill>
              </a:rPr>
              <a:t>draw()</a:t>
            </a:r>
            <a:r>
              <a:rPr lang="en-GB" dirty="0"/>
              <a:t> above may be drawing a circle or a rectangle, depending on the pointer </a:t>
            </a:r>
            <a:r>
              <a:rPr lang="en-GB" dirty="0">
                <a:solidFill>
                  <a:srgbClr val="FF0000"/>
                </a:solidFill>
              </a:rPr>
              <a:t>shape</a:t>
            </a:r>
            <a:r>
              <a:rPr lang="en-GB" dirty="0"/>
              <a:t>.  If the pointer is currently pointing to a circle, then it draws a circle, and if it is pointing to a rectangle, then it draws a rectangle.</a:t>
            </a:r>
            <a:endParaRPr lang="en-GB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GB" dirty="0"/>
              <a:t>   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6A8A39-859A-2E37-43D1-4A536F9026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9707" y="2681183"/>
            <a:ext cx="4372585" cy="1495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1915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84490-9124-B6A7-95C2-13E746FF9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Issues that Polymorphism try to solve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03F12-7FA9-812D-8356-B9CD1CFEE3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4875" y="4886325"/>
            <a:ext cx="10782299" cy="1828800"/>
          </a:xfrm>
        </p:spPr>
        <p:txBody>
          <a:bodyPr>
            <a:normAutofit/>
          </a:bodyPr>
          <a:lstStyle/>
          <a:p>
            <a:r>
              <a:rPr lang="en-GB" dirty="0"/>
              <a:t>Without polymorphism we need to explicitly </a:t>
            </a:r>
            <a:r>
              <a:rPr lang="en-GB" dirty="0">
                <a:solidFill>
                  <a:srgbClr val="FF0000"/>
                </a:solidFill>
              </a:rPr>
              <a:t>determine the object type</a:t>
            </a:r>
            <a:r>
              <a:rPr lang="en-GB" dirty="0"/>
              <a:t> before invoking the draw() method.</a:t>
            </a:r>
          </a:p>
          <a:p>
            <a:r>
              <a:rPr lang="en-GB" dirty="0"/>
              <a:t>Normally done with the selection structure like if … else / or switch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B322322-9641-E887-7AF1-A6589D6991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1443" y="1480912"/>
            <a:ext cx="5649113" cy="3229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2246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08605-D8C3-9832-294A-DD0FD0977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Setup Polymorphism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BDB49-96EE-A675-07D2-1ABEEAAEAE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Organize classes in </a:t>
            </a:r>
            <a:r>
              <a:rPr lang="en-GB" dirty="0">
                <a:solidFill>
                  <a:srgbClr val="FF0000"/>
                </a:solidFill>
              </a:rPr>
              <a:t>inheritance</a:t>
            </a:r>
            <a:r>
              <a:rPr lang="en-GB" dirty="0"/>
              <a:t> structure</a:t>
            </a:r>
          </a:p>
          <a:p>
            <a:r>
              <a:rPr lang="en-GB" dirty="0"/>
              <a:t>Child classes </a:t>
            </a:r>
            <a:r>
              <a:rPr lang="en-GB" dirty="0">
                <a:solidFill>
                  <a:srgbClr val="FF0000"/>
                </a:solidFill>
              </a:rPr>
              <a:t>override </a:t>
            </a:r>
            <a:r>
              <a:rPr lang="en-GB" dirty="0"/>
              <a:t>the parent methods</a:t>
            </a:r>
          </a:p>
          <a:p>
            <a:r>
              <a:rPr lang="en-GB" dirty="0"/>
              <a:t>Parent class methods declared as </a:t>
            </a:r>
            <a:r>
              <a:rPr lang="en-GB" dirty="0">
                <a:solidFill>
                  <a:srgbClr val="FF0000"/>
                </a:solidFill>
              </a:rPr>
              <a:t>virtual</a:t>
            </a:r>
          </a:p>
          <a:p>
            <a:r>
              <a:rPr lang="en-GB" dirty="0"/>
              <a:t>Manipulate the objects using </a:t>
            </a:r>
            <a:r>
              <a:rPr lang="en-GB" dirty="0">
                <a:solidFill>
                  <a:srgbClr val="FF0000"/>
                </a:solidFill>
              </a:rPr>
              <a:t>pointer of parent class</a:t>
            </a:r>
          </a:p>
        </p:txBody>
      </p:sp>
    </p:spTree>
    <p:extLst>
      <p:ext uri="{BB962C8B-B14F-4D97-AF65-F5344CB8AC3E}">
        <p14:creationId xmlns:p14="http://schemas.microsoft.com/office/powerpoint/2010/main" val="7237295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0FFE52676833947B0EF0BF5C94EC6C3" ma:contentTypeVersion="14" ma:contentTypeDescription="Create a new document." ma:contentTypeScope="" ma:versionID="8ae8a312cddc1d59c4b9e50e91dc4924">
  <xsd:schema xmlns:xsd="http://www.w3.org/2001/XMLSchema" xmlns:xs="http://www.w3.org/2001/XMLSchema" xmlns:p="http://schemas.microsoft.com/office/2006/metadata/properties" xmlns:ns3="4bd56f29-3c65-4489-8f69-528c351196ad" xmlns:ns4="66c4e0d3-4ade-4169-bc42-d4eb77d8752a" targetNamespace="http://schemas.microsoft.com/office/2006/metadata/properties" ma:root="true" ma:fieldsID="f0e0ad1c72e9e068aeb6d65a73aaf579" ns3:_="" ns4:_="">
    <xsd:import namespace="4bd56f29-3c65-4489-8f69-528c351196ad"/>
    <xsd:import namespace="66c4e0d3-4ade-4169-bc42-d4eb77d8752a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DateTaken" minOccurs="0"/>
                <xsd:element ref="ns3:MediaServiceLocation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d56f29-3c65-4489-8f69-528c351196a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description="" ma:internalName="MediaServiceAutoTags" ma:readOnly="true">
      <xsd:simpleType>
        <xsd:restriction base="dms:Text"/>
      </xsd:simpleType>
    </xsd:element>
    <xsd:element name="MediaServiceDateTaken" ma:index="11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Location" ma:index="12" nillable="true" ma:displayName="MediaServiceLocation" ma:description="" ma:internalName="MediaServiceLocation" ma:readOnly="true">
      <xsd:simpleType>
        <xsd:restriction base="dms:Text"/>
      </xsd:simpleType>
    </xsd:element>
    <xsd:element name="MediaServiceOCR" ma:index="13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c4e0d3-4ade-4169-bc42-d4eb77d8752a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7CC92B2-EEFD-4DB3-A5E0-68D7D641116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B3C46C7-3755-4821-AE3A-E94724AEBF5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bd56f29-3c65-4489-8f69-528c351196ad"/>
    <ds:schemaRef ds:uri="66c4e0d3-4ade-4169-bc42-d4eb77d8752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7474B21-0524-4225-BFD7-192ABBB3B0D0}">
  <ds:schemaRefs>
    <ds:schemaRef ds:uri="4bd56f29-3c65-4489-8f69-528c351196ad"/>
    <ds:schemaRef ds:uri="http://schemas.microsoft.com/office/infopath/2007/PartnerControls"/>
    <ds:schemaRef ds:uri="http://purl.org/dc/elements/1.1/"/>
    <ds:schemaRef ds:uri="http://purl.org/dc/terms/"/>
    <ds:schemaRef ds:uri="http://purl.org/dc/dcmitype/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66c4e0d3-4ade-4169-bc42-d4eb77d8752a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184</TotalTime>
  <Words>239</Words>
  <Application>Microsoft Office PowerPoint</Application>
  <PresentationFormat>Widescreen</PresentationFormat>
  <Paragraphs>38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Courier New</vt:lpstr>
      <vt:lpstr>Office Theme</vt:lpstr>
      <vt:lpstr>Exercise 5</vt:lpstr>
      <vt:lpstr>Outline</vt:lpstr>
      <vt:lpstr>Problem Analysis – Identify Objects</vt:lpstr>
      <vt:lpstr>Problem Analysis – Classify objects to Classes</vt:lpstr>
      <vt:lpstr>Design the classes</vt:lpstr>
      <vt:lpstr>Apply Inheritance   (i.e., Generalizing classes)</vt:lpstr>
      <vt:lpstr>Apply Polymorphism Circle and Rect objects perform the same action (e.g., draw() ), however the way they behave (or do the action) are different.</vt:lpstr>
      <vt:lpstr>How polymorphism works?</vt:lpstr>
      <vt:lpstr>Issues that Polymorphism try to solve</vt:lpstr>
      <vt:lpstr>Setup Polymorphism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Exercise 5</dc:title>
  <dc:creator>JUMAIL BIN TALIBA</dc:creator>
  <cp:lastModifiedBy>JUMAIL BIN TALIBA</cp:lastModifiedBy>
  <cp:revision>2</cp:revision>
  <dcterms:created xsi:type="dcterms:W3CDTF">2022-06-11T08:14:52Z</dcterms:created>
  <dcterms:modified xsi:type="dcterms:W3CDTF">2022-06-11T15:25:05Z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0x01010050FFE52676833947B0EF0BF5C94EC6C3</vt:lpwstr>
  </property>
</Properties>
</file>